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ython/python_built_in_functions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ython/python_modules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Function:</a:t>
            </a:r>
          </a:p>
          <a:p>
            <a:r>
              <a:rPr lang="en-US" dirty="0" smtClean="0"/>
              <a:t>block of organized, reusable code that is used to perform a single, related action.</a:t>
            </a:r>
          </a:p>
          <a:p>
            <a:r>
              <a:rPr lang="en-US" dirty="0" smtClean="0"/>
              <a:t>provide better modularity for your application and a high degree of code reusing.</a:t>
            </a:r>
          </a:p>
          <a:p>
            <a:r>
              <a:rPr lang="en-US" dirty="0" smtClean="0"/>
              <a:t> we can invoke python function  from any other function by passing required data (called </a:t>
            </a:r>
            <a:r>
              <a:rPr lang="en-US" b="1" dirty="0" smtClean="0"/>
              <a:t>parameters</a:t>
            </a:r>
            <a:r>
              <a:rPr lang="en-US" dirty="0" smtClean="0"/>
              <a:t> or </a:t>
            </a:r>
            <a:r>
              <a:rPr lang="en-US" b="1" dirty="0" smtClean="0"/>
              <a:t>arguments</a:t>
            </a:r>
            <a:r>
              <a:rPr lang="en-US" dirty="0" smtClean="0"/>
              <a:t>). </a:t>
            </a:r>
          </a:p>
          <a:p>
            <a:r>
              <a:rPr lang="en-US" dirty="0" smtClean="0"/>
              <a:t>If you call a function  it returns its result back to the calling environment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Types of Python Functions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hlinkClick r:id="rId2"/>
              </a:rPr>
              <a:t>Built-in functions</a:t>
            </a:r>
            <a:endParaRPr lang="en-US" b="1" dirty="0" smtClean="0"/>
          </a:p>
          <a:p>
            <a:r>
              <a:rPr lang="en-US" dirty="0" smtClean="0"/>
              <a:t>Python's standard library ---- built-in functions</a:t>
            </a:r>
          </a:p>
          <a:p>
            <a:r>
              <a:rPr lang="en-US" dirty="0" smtClean="0"/>
              <a:t>These functions are always available, as they are loaded into computer's memory as soon as you start Python interpreter.</a:t>
            </a:r>
          </a:p>
          <a:p>
            <a:pPr>
              <a:buNone/>
            </a:pPr>
            <a:r>
              <a:rPr lang="en-US" dirty="0" smtClean="0"/>
              <a:t>  ex: print(), </a:t>
            </a:r>
            <a:r>
              <a:rPr lang="en-US" dirty="0" err="1" smtClean="0"/>
              <a:t>int</a:t>
            </a:r>
            <a:r>
              <a:rPr lang="en-US" dirty="0" smtClean="0"/>
              <a:t>(), </a:t>
            </a:r>
            <a:r>
              <a:rPr lang="en-US" dirty="0" err="1" smtClean="0"/>
              <a:t>len</a:t>
            </a:r>
            <a:r>
              <a:rPr lang="en-US" dirty="0" smtClean="0"/>
              <a:t>(), sum()</a:t>
            </a:r>
            <a:endParaRPr lang="en-US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hlinkClick r:id="rId2"/>
              </a:rPr>
              <a:t>Functions defined in built-in modules</a:t>
            </a:r>
            <a:endParaRPr lang="en-US" b="1" dirty="0" smtClean="0"/>
          </a:p>
          <a:p>
            <a:r>
              <a:rPr lang="en-US" dirty="0" smtClean="0"/>
              <a:t> Python standard library ---also bundles a number of modules ---Each module defines a group of functions.</a:t>
            </a:r>
          </a:p>
          <a:p>
            <a:r>
              <a:rPr lang="en-US" dirty="0" smtClean="0"/>
              <a:t>These functions are not readily available. </a:t>
            </a:r>
          </a:p>
          <a:p>
            <a:r>
              <a:rPr lang="en-US" dirty="0" smtClean="0"/>
              <a:t>You need to import them into the memory from their respective modules.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User-defined functions</a:t>
            </a:r>
            <a:endParaRPr lang="en-US" dirty="0" smtClean="0"/>
          </a:p>
          <a:p>
            <a:r>
              <a:rPr lang="en-US" dirty="0" smtClean="0"/>
              <a:t>In addition to the built-in functions and functions in the built-in modules, you can also create your own functions. These functions are called user-defined functions.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Rules to define 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Function blocks begin with the keyword </a:t>
            </a:r>
            <a:r>
              <a:rPr lang="en-US" b="1" dirty="0" smtClean="0"/>
              <a:t>def</a:t>
            </a:r>
            <a:r>
              <a:rPr lang="en-US" dirty="0" smtClean="0"/>
              <a:t> followed by the function name and parentheses ().</a:t>
            </a:r>
          </a:p>
          <a:p>
            <a:r>
              <a:rPr lang="en-US" dirty="0" smtClean="0"/>
              <a:t>Any input parameters or arguments should be placed within these parentheses. You can also define parameters inside these parentheses.</a:t>
            </a:r>
          </a:p>
          <a:p>
            <a:r>
              <a:rPr lang="en-US" dirty="0" smtClean="0"/>
              <a:t>The first statement of a function can be an optional statement; the documentation string of the function or </a:t>
            </a:r>
            <a:r>
              <a:rPr lang="en-US" dirty="0" err="1" smtClean="0"/>
              <a:t>docstring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code block within every function starts with a colon (:) and is indented.</a:t>
            </a:r>
          </a:p>
          <a:p>
            <a:r>
              <a:rPr lang="en-US" dirty="0" smtClean="0"/>
              <a:t>The statement </a:t>
            </a:r>
            <a:r>
              <a:rPr lang="en-US" b="1" dirty="0" smtClean="0"/>
              <a:t>return [expression]</a:t>
            </a:r>
            <a:r>
              <a:rPr lang="en-US" dirty="0" smtClean="0"/>
              <a:t> exits a function, optionally passing back an expression to the caller. A </a:t>
            </a:r>
            <a:r>
              <a:rPr lang="en-US" b="1" dirty="0" smtClean="0"/>
              <a:t>return</a:t>
            </a:r>
            <a:r>
              <a:rPr lang="en-US" dirty="0" smtClean="0"/>
              <a:t> statement with no arguments is the same as return None.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Syntax to Define a Python Function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function_name</a:t>
            </a:r>
            <a:r>
              <a:rPr lang="en-US" dirty="0" smtClean="0"/>
              <a:t>( parameters ): "</a:t>
            </a:r>
            <a:r>
              <a:rPr lang="en-US" dirty="0" err="1" smtClean="0"/>
              <a:t>function_docstring</a:t>
            </a:r>
            <a:r>
              <a:rPr lang="en-US" dirty="0" smtClean="0"/>
              <a:t>" 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function_suite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smtClean="0"/>
              <a:t>     return </a:t>
            </a:r>
            <a:r>
              <a:rPr lang="en-US" dirty="0" smtClean="0"/>
              <a:t>[expression]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154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Functions</vt:lpstr>
      <vt:lpstr>Types of Python Functions </vt:lpstr>
      <vt:lpstr>Cont…</vt:lpstr>
      <vt:lpstr>Cont…</vt:lpstr>
      <vt:lpstr>Rules to define a function</vt:lpstr>
      <vt:lpstr>Syntax to Define a Python Function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USER</dc:creator>
  <cp:lastModifiedBy>Admin</cp:lastModifiedBy>
  <cp:revision>28</cp:revision>
  <dcterms:created xsi:type="dcterms:W3CDTF">2006-08-16T00:00:00Z</dcterms:created>
  <dcterms:modified xsi:type="dcterms:W3CDTF">2025-12-09T01:19:34Z</dcterms:modified>
</cp:coreProperties>
</file>